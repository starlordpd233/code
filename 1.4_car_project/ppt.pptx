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65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 + deck generated from the project spec.
[Sources]
- User-provided runner showing tick order: CarSimulation.py (calls updateAll() then step() each tick).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Project rules as provided by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Tick order in runner: updateAll() then step(): CarSimulation.py lines 14–16.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Tick order in runner: updateAll() then step(): CarSimulation.py lines 14–16.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“peek” rule comes from project prompt provided by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Baseline tick count (~3300) comes from project prompt provided by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Collision‑Free Car Routing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10×10 grid simulation • algorithm walkthrough</a:t>
            </a:r>
          </a:p>
        </p:txBody>
      </p:sp>
      <p:sp>
        <p:nvSpPr>
          <p:cNvPr id="6" name="Shape 4"/>
          <p:cNvSpPr/>
          <p:nvPr/>
        </p:nvSpPr>
        <p:spPr>
          <a:xfrm>
            <a:off x="8366760" y="2743200"/>
            <a:ext cx="3246120" cy="3246120"/>
          </a:xfrm>
          <a:prstGeom prst="rect">
            <a:avLst/>
          </a:prstGeom>
          <a:solidFill>
            <a:srgbClr val="061A2B"/>
          </a:solidFill>
          <a:ln w="12700">
            <a:solidFill>
              <a:srgbClr val="123B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91372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66760" y="3067812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15984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66760" y="3392424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0596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66760" y="3717036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65208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4041648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89820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66760" y="4366260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314432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66760" y="4690872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639044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66760" y="5015484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963656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66760" y="5340096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288268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66760" y="5664708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10×10 Grid • 500 cars • Collision-free routing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C2D7C5-F3E2-91CA-9480-3772D11FF140}"/>
              </a:ext>
            </a:extLst>
          </p:cNvPr>
          <p:cNvSpPr txBox="1"/>
          <p:nvPr/>
        </p:nvSpPr>
        <p:spPr>
          <a:xfrm>
            <a:off x="749808" y="2394991"/>
            <a:ext cx="4529959" cy="383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Matthew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500 cars to random goal cells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577840" cy="201168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9728" cy="201168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81051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exists at t = 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5257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10×10 grid of Locations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Location has a queue of 5 cars waiting to enter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car has a predetermined goal Location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5577840" cy="233172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109728" cy="233172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405079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(score = ticks)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4434840"/>
            <a:ext cx="5257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total ticks until all cars reach their goal, while preventing: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cars in the same cell (crash)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Any car moving off the grid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challenge: once activated, every car moves every tick.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66560" y="23317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809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66560" y="27889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381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32461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953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37033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>
            <a:off x="9052559" y="1920240"/>
            <a:ext cx="45679" cy="452628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41605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097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0" y="46177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9669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66560" y="50749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4241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55321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881360" y="1874520"/>
            <a:ext cx="0" cy="457200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5989320"/>
            <a:ext cx="4572000" cy="0"/>
          </a:xfrm>
          <a:prstGeom prst="line">
            <a:avLst/>
          </a:prstGeom>
          <a:noFill/>
          <a:ln w="12700">
            <a:solidFill>
              <a:srgbClr val="123B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66560" y="1600200"/>
            <a:ext cx="4572000" cy="32004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03720" y="16459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10×10 grid </a:t>
            </a:r>
            <a:endParaRPr lang="en-US" sz="1200" dirty="0"/>
          </a:p>
        </p:txBody>
      </p:sp>
      <p:pic>
        <p:nvPicPr>
          <p:cNvPr id="38" name="Picture 37" descr="A grid of blue squares&#10;&#10;AI-generated content may be incorrect.">
            <a:extLst>
              <a:ext uri="{FF2B5EF4-FFF2-40B4-BE49-F238E27FC236}">
                <a16:creationId xmlns:a16="http://schemas.microsoft.com/office/drawing/2014/main" id="{51BA03E8-A118-E991-7F10-06CEC185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92" y="1943101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 lifecycle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063240" cy="219456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Activate cars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any number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waiting cars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 the grid.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2852928"/>
            <a:ext cx="548640" cy="594360"/>
          </a:xfrm>
          <a:prstGeom prst="rightArrow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063240" cy="219456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Set turns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any number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active cars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(choose direction).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2852928"/>
            <a:ext cx="548640" cy="594360"/>
          </a:xfrm>
          <a:prstGeom prst="rightArrow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063240" cy="219456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5820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Move forward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6060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active cars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1 cell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(every tick).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846320"/>
            <a:ext cx="10881360" cy="1417320"/>
          </a:xfrm>
          <a:prstGeom prst="roundRect">
            <a:avLst/>
          </a:prstGeom>
          <a:solidFill>
            <a:srgbClr val="061A2B"/>
          </a:solidFill>
          <a:ln w="12700">
            <a:solidFill>
              <a:srgbClr val="3D6C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49834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implication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285232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movement is automatic, the only way to avoid collisions is to make sure the next cell for every active car is available and not occupied each tick. There are a few ways that we can achieve this.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updateAll(): main logic and </a:t>
            </a:r>
            <a:r>
              <a:rPr lang="en-US" sz="3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(row, col, tick)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Here’s a clean way to illustrate the process of </a:t>
            </a:r>
            <a:r>
              <a:rPr lang="en-US" sz="1400" dirty="0" err="1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updateAll</a:t>
            </a: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at each tick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0972800" cy="100584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9728" cy="100584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655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A — Setup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Direction for all currently active cars. Look up future positions of each active car to store and reserve all cells.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0972800" cy="1005840"/>
          </a:xfrm>
          <a:prstGeom prst="roundRect">
            <a:avLst/>
          </a:prstGeom>
          <a:solidFill>
            <a:srgbClr val="0A2440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09728" cy="100584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8895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B — </a:t>
            </a: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 Candidates (usable cells) and and carefully select from them cars to form cohort that will be turned active. 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10972800" cy="100584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r>
              <a:rPr lang="en-US" dirty="0"/>
              <a:t>; </a:t>
            </a:r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09728" cy="100584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1239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C — Collision Detection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each reserved cell against the future path of each candidates. If there is a cell that has collision, break the loop; otherwise, add the car’s path to the reserved pool.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0972800" cy="1005840"/>
          </a:xfrm>
          <a:prstGeom prst="roundRect">
            <a:avLst/>
          </a:prstGeom>
          <a:solidFill>
            <a:srgbClr val="0A2440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109728" cy="100584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53583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D — Update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global tick, make cars move.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in a screenshot of your actual updateAll() next (see placeholder slides).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Selection: which cars to activate?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669280" cy="274320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9728" cy="274320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8105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inputs to the decision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5349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entry cell free?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entering car’s next cell for *this tick* safe?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we somehow group cars based on a common shared “trait”—such as direction of motion?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5669280" cy="164592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" y="4572000"/>
            <a:ext cx="109728" cy="1645920"/>
          </a:xfrm>
          <a:prstGeom prst="rect">
            <a:avLst/>
          </a:prstGeom>
          <a:solidFill>
            <a:srgbClr val="F9D65C"/>
          </a:solidFill>
          <a:ln w="12700">
            <a:solidFill>
              <a:srgbClr val="F9D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473659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Fill this with YOUR rule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512064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</a:rPr>
              <a:t>Select candidate cells by checking if it’s currently empty and if there’s a waiting car. Sort them by path length. Then, check each candidate against the reserved cell pool. If collision, abandon and skip that candidate cell.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1645920"/>
            <a:ext cx="4892040" cy="457200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8470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 pseudocode (replace)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03720" y="2286000"/>
            <a:ext cx="4572000" cy="3840480"/>
          </a:xfrm>
          <a:prstGeom prst="rect">
            <a:avLst/>
          </a:prstGeom>
          <a:solidFill>
            <a:srgbClr val="061A2B"/>
          </a:solidFill>
          <a:ln/>
        </p:spPr>
        <p:txBody>
          <a:bodyPr wrap="square" lIns="3175" tIns="3175" rIns="3175" bIns="317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candidate in candidates: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= </a:t>
            </a:r>
            <a:r>
              <a:rPr lang="en-US" sz="1400" dirty="0" err="1">
                <a:solidFill>
                  <a:srgbClr val="D8E8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compute_its_path</a:t>
            </a:r>
            <a:endParaRPr lang="en-US" sz="1400" dirty="0">
              <a:solidFill>
                <a:srgbClr val="D8E8F6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  </a:t>
            </a:r>
            <a:r>
              <a:rPr lang="en-US" sz="1400" dirty="0" err="1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has_conflict</a:t>
            </a: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 = False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cell in path: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	if cell in </a:t>
            </a:r>
            <a:r>
              <a:rPr lang="en-US" sz="1400" dirty="0" err="1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reserved_cells</a:t>
            </a: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		break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	else: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		add car to cohort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Consolas" pitchFamily="34" charset="0"/>
                <a:cs typeface="Consolas" pitchFamily="34" charset="-120"/>
              </a:rPr>
              <a:t>		reserve its path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669280" cy="233172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09728" cy="233172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8105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 selection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5349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Taxicab metrics.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5669280" cy="205740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109728" cy="205740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43251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</a:rPr>
              <a:t>Directionality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470916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026" name="Picture 2" descr="Taxicab geometry - Wikipedia">
            <a:extLst>
              <a:ext uri="{FF2B5EF4-FFF2-40B4-BE49-F238E27FC236}">
                <a16:creationId xmlns:a16="http://schemas.microsoft.com/office/drawing/2014/main" id="{F209D341-B0CA-890C-515A-AF1EA1ADE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207" y="1621483"/>
            <a:ext cx="4437993" cy="443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D0173C3-EAA1-C176-BFE1-C7512C01E07D}"/>
              </a:ext>
            </a:extLst>
          </p:cNvPr>
          <p:cNvSpPr txBox="1"/>
          <p:nvPr/>
        </p:nvSpPr>
        <p:spPr>
          <a:xfrm>
            <a:off x="886968" y="4897821"/>
            <a:ext cx="510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Horizontal movement first; then vertical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visualizations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41480" y="0"/>
            <a:ext cx="7315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8176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D5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image / screenshot here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5491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keep code at ≥ 20pt for readability</a:t>
            </a:r>
            <a:endParaRPr lang="en-US" sz="1200" dirty="0"/>
          </a:p>
        </p:txBody>
      </p:sp>
      <p:pic>
        <p:nvPicPr>
          <p:cNvPr id="12" name="Picture 11" descr="A comparison of a graph&#10;&#10;AI-generated content may be incorrect.">
            <a:extLst>
              <a:ext uri="{FF2B5EF4-FFF2-40B4-BE49-F238E27FC236}">
                <a16:creationId xmlns:a16="http://schemas.microsoft.com/office/drawing/2014/main" id="{DBE0EBAC-3903-CDCC-9C36-7A8D6DB0D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10" y="1600201"/>
            <a:ext cx="11223090" cy="42540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visualizations…continued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41480" y="0"/>
            <a:ext cx="7315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8176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D5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image / screenshot here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5491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keep code at ≥ 20pt for readability</a:t>
            </a:r>
            <a:endParaRPr lang="en-US" sz="1200" dirty="0"/>
          </a:p>
        </p:txBody>
      </p:sp>
      <p:pic>
        <p:nvPicPr>
          <p:cNvPr id="12" name="Picture 11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5BF01E03-F9B6-4D4D-EF0C-76FB416C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35" y="1389759"/>
            <a:ext cx="10024329" cy="4965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Placeholder: simulation snapshot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a screenshot/GIF frame showing cars moving (optional: annotate lanes)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41480" y="0"/>
            <a:ext cx="7315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600200"/>
            <a:ext cx="10789920" cy="4892040"/>
          </a:xfrm>
          <a:prstGeom prst="rect">
            <a:avLst/>
          </a:prstGeom>
          <a:solidFill>
            <a:srgbClr val="061A2B"/>
          </a:solidFill>
          <a:ln w="25400">
            <a:solidFill>
              <a:srgbClr val="3D6C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8176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D5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image / screenshot here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5491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keep code at ≥ 20pt for readability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tick count did your algorithm achieve?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972800" cy="201168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 count (fill in)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algorithm completed in:  ______  ticks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(naïve one-car-at-a-time): ~3300 ticks (given in prompt)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440680" cy="214884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109728" cy="214884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41422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it’s faster (fill in)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4526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to mention: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parallel throughput (more cars safely active)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Fewer deadlocks / oscillations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Smarter tie-breaking at conflicts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5349240" cy="214884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123B5A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3977640"/>
            <a:ext cx="109728" cy="2148840"/>
          </a:xfrm>
          <a:prstGeom prst="rect">
            <a:avLst/>
          </a:prstGeom>
          <a:solidFill>
            <a:srgbClr val="21C7D9"/>
          </a:solidFill>
          <a:ln w="12700">
            <a:solidFill>
              <a:srgbClr val="21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4142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modes you prevented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0528" y="45262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Edge fall-off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Head-on collisions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cars merging into one cell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Long-term gridlock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C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to walk through a tricky tick or conflict example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66760" y="2743200"/>
            <a:ext cx="3246120" cy="3246120"/>
          </a:xfrm>
          <a:prstGeom prst="rect">
            <a:avLst/>
          </a:prstGeom>
          <a:solidFill>
            <a:srgbClr val="061A2B"/>
          </a:solidFill>
          <a:ln w="12700">
            <a:solidFill>
              <a:srgbClr val="123B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91372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66760" y="3067812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15984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66760" y="3392424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40596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66760" y="3717036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65208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4041648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89820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66760" y="4366260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314432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66760" y="4690872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639044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66760" y="5015484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963656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66760" y="5340096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288268" y="2743200"/>
            <a:ext cx="0" cy="324612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66760" y="5664708"/>
            <a:ext cx="3246120" cy="0"/>
          </a:xfrm>
          <a:prstGeom prst="line">
            <a:avLst/>
          </a:prstGeom>
          <a:noFill/>
          <a:ln w="12700">
            <a:solidFill>
              <a:srgbClr val="123B5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10×10 Grid • 500 cars • Collision-free routing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 slides you can add: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32461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“worst-case” conflict and your tie-break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full tick trace (before → after)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8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your activation policy avoids gridlock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892</Words>
  <Application>Microsoft Macintosh PowerPoint</Application>
  <PresentationFormat>Widescreen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Matthew Li</cp:lastModifiedBy>
  <cp:revision>4</cp:revision>
  <dcterms:created xsi:type="dcterms:W3CDTF">2025-12-17T05:38:23Z</dcterms:created>
  <dcterms:modified xsi:type="dcterms:W3CDTF">2025-12-17T06:16:21Z</dcterms:modified>
</cp:coreProperties>
</file>