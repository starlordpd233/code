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8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9655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 + deck generated from the project spec.
[Sources]
- User-provided runner showing tick order: CarSimulation.py (calls updateAll() then step() each tick).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Project rules as provided by user.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Tick order in runner: updateAll() then step(): CarSimulation.py lines 14–16.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Tick order in runner: updateAll() then step(): CarSimulation.py lines 14–16.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“peek” rule comes from project prompt provided by user.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Baseline tick count (~3300) comes from project prompt provided by user.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Collision‑Free Car Routing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49808" y="18288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10×10 grid simulation • algorithm walkthrough</a:t>
            </a:r>
          </a:p>
        </p:txBody>
      </p:sp>
      <p:sp>
        <p:nvSpPr>
          <p:cNvPr id="6" name="Shape 4"/>
          <p:cNvSpPr/>
          <p:nvPr/>
        </p:nvSpPr>
        <p:spPr>
          <a:xfrm>
            <a:off x="8366760" y="2743200"/>
            <a:ext cx="3246120" cy="3246120"/>
          </a:xfrm>
          <a:prstGeom prst="rect">
            <a:avLst/>
          </a:prstGeom>
          <a:solidFill>
            <a:srgbClr val="061A2B"/>
          </a:solidFill>
          <a:ln w="12700">
            <a:solidFill>
              <a:srgbClr val="123B5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691372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366760" y="3067812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015984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366760" y="3392424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340596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366760" y="3717036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665208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366760" y="4041648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989820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4366260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314432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366760" y="4690872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639044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366760" y="5015484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963656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366760" y="5340096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288268" y="2743200"/>
            <a:ext cx="0" cy="324612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366760" y="5664708"/>
            <a:ext cx="3246120" cy="0"/>
          </a:xfrm>
          <a:prstGeom prst="line">
            <a:avLst/>
          </a:prstGeom>
          <a:noFill/>
          <a:ln w="12700">
            <a:solidFill>
              <a:srgbClr val="123B5A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B7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10×10 Grid • 500 cars • Collision-free routing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C2D7C5-F3E2-91CA-9480-3772D11FF140}"/>
              </a:ext>
            </a:extLst>
          </p:cNvPr>
          <p:cNvSpPr txBox="1"/>
          <p:nvPr/>
        </p:nvSpPr>
        <p:spPr>
          <a:xfrm>
            <a:off x="749808" y="2394991"/>
            <a:ext cx="4529959" cy="3836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Matthew 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setup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 500 cars to random goal cells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5577840" cy="201168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109728" cy="201168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181051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exists at t = 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86968" y="2194560"/>
            <a:ext cx="52578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10×10 grid of Locations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Location has a queue of 5 cars waiting to enter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car has a predetermined goal Location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886200"/>
            <a:ext cx="5577840" cy="233172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" y="3886200"/>
            <a:ext cx="109728" cy="233172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86968" y="405079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 (score = ticks)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6968" y="4434840"/>
            <a:ext cx="5257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total ticks until all cars reach their goal, while preventing: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Two cars in the same cell (crash)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Any car moving off the grid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challenge: once activated, every car moves every tick.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237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66560" y="23317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6809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766560" y="27889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381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766560" y="32461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5953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766560" y="37033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 flipH="1">
            <a:off x="9052559" y="1920240"/>
            <a:ext cx="45679" cy="452628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766560" y="41605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5097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766560" y="46177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9669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766560" y="50749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4241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766560" y="55321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881360" y="1874520"/>
            <a:ext cx="0" cy="457200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766560" y="5989320"/>
            <a:ext cx="4572000" cy="0"/>
          </a:xfrm>
          <a:prstGeom prst="line">
            <a:avLst/>
          </a:prstGeom>
          <a:noFill/>
          <a:ln w="12700">
            <a:solidFill>
              <a:srgbClr val="123B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766560" y="1600200"/>
            <a:ext cx="4572000" cy="32004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903720" y="164592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10×10 grid </a:t>
            </a:r>
            <a:endParaRPr lang="en-US" sz="1200" dirty="0"/>
          </a:p>
        </p:txBody>
      </p:sp>
      <p:pic>
        <p:nvPicPr>
          <p:cNvPr id="38" name="Picture 37" descr="A grid of blue squares&#10;&#10;AI-generated content may be incorrect.">
            <a:extLst>
              <a:ext uri="{FF2B5EF4-FFF2-40B4-BE49-F238E27FC236}">
                <a16:creationId xmlns:a16="http://schemas.microsoft.com/office/drawing/2014/main" id="{51BA03E8-A118-E991-7F10-06CEC1858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092" y="1943101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Tick lifecycle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057400"/>
            <a:ext cx="3063240" cy="219456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524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21284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1) Activate cars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Bring any number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waiting cars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onto the grid.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840480" y="2852928"/>
            <a:ext cx="548640" cy="594360"/>
          </a:xfrm>
          <a:prstGeom prst="rightArrow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80560" y="2057400"/>
            <a:ext cx="3063240" cy="219456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524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09160" y="221284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2) Set turns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09160" y="2606040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any number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active cars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(choose direction).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589520" y="2852928"/>
            <a:ext cx="548640" cy="594360"/>
          </a:xfrm>
          <a:prstGeom prst="rightArrow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0" y="2057400"/>
            <a:ext cx="3063240" cy="219456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524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458200" y="221284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3) Move forward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58200" y="2606040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active cars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1 cell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(every tick).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" y="4846320"/>
            <a:ext cx="10881360" cy="1417320"/>
          </a:xfrm>
          <a:prstGeom prst="roundRect">
            <a:avLst/>
          </a:prstGeom>
          <a:solidFill>
            <a:srgbClr val="061A2B"/>
          </a:solidFill>
          <a:ln w="12700">
            <a:solidFill>
              <a:srgbClr val="3D6C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97280" y="498348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5285232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Because movement is automatic, the only way to avoid collisions is to make sure the next cell for every active car is available and not occupied each tick. There are a few ways that we can achieve this.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updateAll(): main logic and (row, col, tick)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Here’s a clean way to illustrate the process of </a:t>
            </a:r>
            <a:r>
              <a:rPr lang="en-US" sz="1400" dirty="0" err="1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updateAll</a:t>
            </a:r>
            <a:r>
              <a:rPr lang="en-US" sz="14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() at each tick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10972800" cy="100584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109728" cy="100584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165506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A — Setup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965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Direction for all currently active cars. Look up future positions of each active car to store and reserve all cells.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10972800" cy="1005840"/>
          </a:xfrm>
          <a:prstGeom prst="roundRect">
            <a:avLst/>
          </a:prstGeom>
          <a:solidFill>
            <a:srgbClr val="0A2440"/>
          </a:solidFill>
          <a:ln w="12700">
            <a:solidFill>
              <a:srgbClr val="123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109728" cy="100584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88950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B — </a:t>
            </a: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Choosing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Gather Candidates (usable cells) and and carefully select from them cars to form cohort that will be turned active. 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10972800" cy="100584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</p:spPr>
        <p:txBody>
          <a:bodyPr/>
          <a:lstStyle/>
          <a:p>
            <a:r>
              <a:rPr lang="en-US" dirty="0"/>
              <a:t>; </a:t>
            </a:r>
          </a:p>
        </p:txBody>
      </p:sp>
      <p:sp>
        <p:nvSpPr>
          <p:cNvPr id="15" name="Shape 13"/>
          <p:cNvSpPr/>
          <p:nvPr/>
        </p:nvSpPr>
        <p:spPr>
          <a:xfrm>
            <a:off x="731520" y="3977640"/>
            <a:ext cx="109728" cy="100584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412394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C — Collision Detection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4434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each reserved cell against the future path of each candidates. If there is a cell that has collision, break the loop; otherwise, add the car’s path to the reserved pool.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5212080"/>
            <a:ext cx="10972800" cy="1005840"/>
          </a:xfrm>
          <a:prstGeom prst="roundRect">
            <a:avLst/>
          </a:prstGeom>
          <a:solidFill>
            <a:srgbClr val="0A2440"/>
          </a:solidFill>
          <a:ln w="12700">
            <a:solidFill>
              <a:srgbClr val="123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109728" cy="100584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0120" y="535838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D — Update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60120" y="5669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global tick, make cars move.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Selection: which cars to activate?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Step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5669280" cy="274320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109728" cy="274320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1810512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Some thoughts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86968" y="2194560"/>
            <a:ext cx="5349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Is the entry cell free?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Is the entering car’s next cell for this tick safe?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we somehow group cars based on a common shared “trait”—such as direction of motion?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4572000"/>
            <a:ext cx="5669280" cy="164592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85800" y="4572000"/>
            <a:ext cx="109728" cy="1645920"/>
          </a:xfrm>
          <a:prstGeom prst="rect">
            <a:avLst/>
          </a:prstGeom>
          <a:solidFill>
            <a:srgbClr val="F9D65C"/>
          </a:solidFill>
          <a:ln w="12700">
            <a:solidFill>
              <a:srgbClr val="F9D6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86968" y="4736592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6968" y="5120640"/>
            <a:ext cx="5349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</a:rPr>
              <a:t>Select candidate cells by checking if it’s currently empty and if there’s a waiting car. Sort them by path length. Then, check each candidate against the reserved cell pool. If collision, abandon and skip that candidate cell.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29400" y="1645920"/>
            <a:ext cx="4892040" cy="457200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1847088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pseudocode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89420" y="2272284"/>
            <a:ext cx="4572000" cy="3840480"/>
          </a:xfrm>
          <a:prstGeom prst="rect">
            <a:avLst/>
          </a:prstGeom>
          <a:solidFill>
            <a:srgbClr val="061A2B"/>
          </a:solidFill>
          <a:ln/>
        </p:spPr>
        <p:txBody>
          <a:bodyPr wrap="square" lIns="3175" tIns="3175" rIns="3175" bIns="317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each candidate in candidates: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= </a:t>
            </a:r>
            <a:r>
              <a:rPr lang="en-US" sz="1400" dirty="0" err="1">
                <a:solidFill>
                  <a:srgbClr val="D8E8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compute_its_path</a:t>
            </a:r>
            <a:endParaRPr lang="en-US" sz="1400" dirty="0">
              <a:solidFill>
                <a:srgbClr val="D8E8F6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  </a:t>
            </a:r>
            <a:r>
              <a:rPr lang="en-US" sz="1400" dirty="0" err="1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has_conflict</a:t>
            </a: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 = False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cell in path: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	if cell in </a:t>
            </a:r>
            <a:r>
              <a:rPr lang="en-US" sz="1400" dirty="0" err="1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reserved_cells</a:t>
            </a: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	    break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  else: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       add car to cohort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Consolas" pitchFamily="34" charset="0"/>
                <a:cs typeface="Consolas" pitchFamily="34" charset="-120"/>
              </a:rPr>
              <a:t>       reserve its path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Movement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5669280" cy="233172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109728" cy="233172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1810512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Route selection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86968" y="2194560"/>
            <a:ext cx="5349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8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Taxicab metrics.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4160520"/>
            <a:ext cx="5669280" cy="205740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123B5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109728" cy="2057400"/>
          </a:xfrm>
          <a:prstGeom prst="rect">
            <a:avLst/>
          </a:prstGeom>
          <a:solidFill>
            <a:srgbClr val="21C7D9"/>
          </a:solidFill>
          <a:ln w="12700">
            <a:solidFill>
              <a:srgbClr val="21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86968" y="4325112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</a:rPr>
              <a:t>Directionality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6968" y="470916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400" dirty="0"/>
          </a:p>
        </p:txBody>
      </p:sp>
      <p:pic>
        <p:nvPicPr>
          <p:cNvPr id="1026" name="Picture 2" descr="Taxicab geometry - Wikipedia">
            <a:extLst>
              <a:ext uri="{FF2B5EF4-FFF2-40B4-BE49-F238E27FC236}">
                <a16:creationId xmlns:a16="http://schemas.microsoft.com/office/drawing/2014/main" id="{F209D341-B0CA-890C-515A-AF1EA1ADE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8207" y="1621483"/>
            <a:ext cx="4437993" cy="4437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D0173C3-EAA1-C176-BFE1-C7512C01E07D}"/>
              </a:ext>
            </a:extLst>
          </p:cNvPr>
          <p:cNvSpPr txBox="1"/>
          <p:nvPr/>
        </p:nvSpPr>
        <p:spPr>
          <a:xfrm>
            <a:off x="886968" y="4897821"/>
            <a:ext cx="5103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Horizontal movement first; then vertical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CCCD67-4FFA-3C46-C8AF-D1D8E1D89DA0}"/>
              </a:ext>
            </a:extLst>
          </p:cNvPr>
          <p:cNvSpPr txBox="1"/>
          <p:nvPr/>
        </p:nvSpPr>
        <p:spPr>
          <a:xfrm>
            <a:off x="7266457" y="6170414"/>
            <a:ext cx="2020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Credit by Wikipedia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Some visualizations (</a:t>
            </a:r>
            <a:r>
              <a:rPr lang="en-US" sz="3000" b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500 simulations)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41480" y="0"/>
            <a:ext cx="347472" cy="685800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41480" y="0"/>
            <a:ext cx="7315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38176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FD5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Insert image / screenshot here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45491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B1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Tip: keep code at ≥ 20pt for readability</a:t>
            </a:r>
            <a:endParaRPr lang="en-US" sz="1200" dirty="0"/>
          </a:p>
        </p:txBody>
      </p:sp>
      <p:pic>
        <p:nvPicPr>
          <p:cNvPr id="12" name="Picture 11" descr="A comparison of a graph&#10;&#10;AI-generated content may be incorrect.">
            <a:extLst>
              <a:ext uri="{FF2B5EF4-FFF2-40B4-BE49-F238E27FC236}">
                <a16:creationId xmlns:a16="http://schemas.microsoft.com/office/drawing/2014/main" id="{DBE0EBAC-3903-CDCC-9C36-7A8D6DB0D4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10" y="1600201"/>
            <a:ext cx="11223090" cy="42540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Some visualizations…continued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41480" y="0"/>
            <a:ext cx="347472" cy="685800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41480" y="0"/>
            <a:ext cx="7315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38176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FD5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Insert image / screenshot here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45491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B1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Tip: keep code at ≥ 20pt for readability</a:t>
            </a:r>
            <a:endParaRPr lang="en-US" sz="1200" dirty="0"/>
          </a:p>
        </p:txBody>
      </p:sp>
      <p:pic>
        <p:nvPicPr>
          <p:cNvPr id="12" name="Picture 11" descr="A graph showing a line graph&#10;&#10;AI-generated content may be incorrect.">
            <a:extLst>
              <a:ext uri="{FF2B5EF4-FFF2-40B4-BE49-F238E27FC236}">
                <a16:creationId xmlns:a16="http://schemas.microsoft.com/office/drawing/2014/main" id="{5BF01E03-F9B6-4D4D-EF0C-76FB416CD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835" y="1389759"/>
            <a:ext cx="10024329" cy="49653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C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&amp; performance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5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Let’s Demonstrate!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700</Words>
  <Application>Microsoft Macintosh PowerPoint</Application>
  <PresentationFormat>Widescreen</PresentationFormat>
  <Paragraphs>90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ChatGPT</dc:creator>
  <cp:lastModifiedBy>Matthew Li</cp:lastModifiedBy>
  <cp:revision>12</cp:revision>
  <dcterms:created xsi:type="dcterms:W3CDTF">2025-12-17T05:38:23Z</dcterms:created>
  <dcterms:modified xsi:type="dcterms:W3CDTF">2025-12-17T15:55:14Z</dcterms:modified>
</cp:coreProperties>
</file>